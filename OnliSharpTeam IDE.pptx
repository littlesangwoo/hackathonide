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0" d="100"/>
          <a:sy n="70" d="100"/>
        </p:scale>
        <p:origin x="8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240C4-316C-6F35-F621-FF1F34BD7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166" y="1501852"/>
            <a:ext cx="10156521" cy="2098226"/>
          </a:xfrm>
        </p:spPr>
        <p:txBody>
          <a:bodyPr/>
          <a:lstStyle/>
          <a:p>
            <a:r>
              <a:rPr lang="it-IT" sz="6600" b="1" dirty="0"/>
              <a:t>OnliSharpTeam IDE </a:t>
            </a:r>
            <a:br>
              <a:rPr lang="ru-RU" sz="6600" dirty="0"/>
            </a:br>
            <a:r>
              <a:rPr lang="it-IT" sz="6600" dirty="0"/>
              <a:t> AI Collaborative Editor</a:t>
            </a:r>
            <a:endParaRPr lang="ru-RU" sz="6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907A2E-82B9-5702-D5CC-41552331D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Платформа реального времени для совместного программирования. Решение кейса хакатона «Разум 2.0»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F0280A7-1672-2C44-61D9-8C2C62EB84B5}"/>
              </a:ext>
            </a:extLst>
          </p:cNvPr>
          <p:cNvSpPr txBox="1">
            <a:spLocks/>
          </p:cNvSpPr>
          <p:nvPr/>
        </p:nvSpPr>
        <p:spPr>
          <a:xfrm>
            <a:off x="5976426" y="4813029"/>
            <a:ext cx="6831673" cy="1086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Команда разработчиков: </a:t>
            </a:r>
          </a:p>
          <a:p>
            <a:r>
              <a:rPr lang="ru-RU" dirty="0"/>
              <a:t>Кодовый альянс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280655-2DE0-C5FA-FF58-3377E301E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7272" y="-11558"/>
            <a:ext cx="3344728" cy="60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9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878B2-F8F4-61BD-0B5D-024120F2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525258"/>
            <a:ext cx="9601200" cy="1485900"/>
          </a:xfrm>
        </p:spPr>
        <p:txBody>
          <a:bodyPr>
            <a:noAutofit/>
          </a:bodyPr>
          <a:lstStyle/>
          <a:p>
            <a:r>
              <a:rPr lang="ru-RU" sz="3600" b="1" dirty="0"/>
              <a:t>Проблема:</a:t>
            </a:r>
            <a:r>
              <a:rPr lang="ru-RU" sz="3600" dirty="0"/>
              <a:t> Разработчикам нужно легковесное решение для совместного написания кода с умным разрешением конфликтов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D004E8-9390-47DC-77F4-FFECB147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7272" y="-11558"/>
            <a:ext cx="3344728" cy="604623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98AA1E8-9702-0687-B399-6516D283712E}"/>
              </a:ext>
            </a:extLst>
          </p:cNvPr>
          <p:cNvSpPr txBox="1">
            <a:spLocks/>
          </p:cNvSpPr>
          <p:nvPr/>
        </p:nvSpPr>
        <p:spPr>
          <a:xfrm>
            <a:off x="1371600" y="3943351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/>
              <a:t>Решение:</a:t>
            </a:r>
            <a:r>
              <a:rPr lang="ru-RU" sz="3600" dirty="0"/>
              <a:t> Веб-IDE без тяжелых контейнеров с полной синхронизацией через </a:t>
            </a:r>
            <a:r>
              <a:rPr lang="ru-RU" sz="3600" dirty="0" err="1"/>
              <a:t>WebSockets</a:t>
            </a:r>
            <a:r>
              <a:rPr lang="ru-RU" sz="3600" dirty="0"/>
              <a:t> и интеграцией LLM для </a:t>
            </a:r>
            <a:r>
              <a:rPr lang="ru-RU" sz="3600" dirty="0" err="1"/>
              <a:t>code-review</a:t>
            </a:r>
            <a:r>
              <a:rPr lang="ru-RU" sz="3600" dirty="0"/>
              <a:t> и </a:t>
            </a:r>
            <a:r>
              <a:rPr lang="ru-RU" sz="3600" dirty="0" err="1"/>
              <a:t>мержа</a:t>
            </a:r>
            <a:r>
              <a:rPr lang="ru-RU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545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1CE31-F972-D91F-47D7-15CC1FA2E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разработки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084FDD-2466-2409-C534-5A8EB7F0C4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2197" y="1793202"/>
            <a:ext cx="1102907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Бэкенд: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ASP.NET Core 9,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 Core (SQL Server).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Транспорт: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SignalR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WebSockets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— мгновенная синхронизация.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Фронтенд: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Vanilla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JS +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Monaco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Editor (ядро VS Code).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Исполнение кода: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Облачная изолированная песочница через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JDoodle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ASP.NET Core 9 APIs: Faster Endpoints for C# Developers | Medium">
            <a:extLst>
              <a:ext uri="{FF2B5EF4-FFF2-40B4-BE49-F238E27FC236}">
                <a16:creationId xmlns:a16="http://schemas.microsoft.com/office/drawing/2014/main" id="{20CD1909-FB50-FB05-A66E-268C5EE91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98" y="4901745"/>
            <a:ext cx="2934382" cy="195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SAP Data Integration with Microsoft SQL Server">
            <a:extLst>
              <a:ext uri="{FF2B5EF4-FFF2-40B4-BE49-F238E27FC236}">
                <a16:creationId xmlns:a16="http://schemas.microsoft.com/office/drawing/2014/main" id="{CD6A831E-3A92-7164-9C79-E7244A690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663" y="4901745"/>
            <a:ext cx="2442885" cy="195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Monaco Editor - Plugins — DatoCMS">
            <a:extLst>
              <a:ext uri="{FF2B5EF4-FFF2-40B4-BE49-F238E27FC236}">
                <a16:creationId xmlns:a16="http://schemas.microsoft.com/office/drawing/2014/main" id="{96AB271F-7160-617D-D47C-DA1C14A8AD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8" r="15788"/>
          <a:stretch>
            <a:fillRect/>
          </a:stretch>
        </p:blipFill>
        <p:spPr bwMode="auto">
          <a:xfrm>
            <a:off x="6599631" y="4901744"/>
            <a:ext cx="2339142" cy="195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JDoodle Reviews | Read Customer Service Reviews of jdoodle.com">
            <a:extLst>
              <a:ext uri="{FF2B5EF4-FFF2-40B4-BE49-F238E27FC236}">
                <a16:creationId xmlns:a16="http://schemas.microsoft.com/office/drawing/2014/main" id="{C6837724-AC55-995F-12A4-6FEFB8AB7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4901742"/>
            <a:ext cx="2608343" cy="195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806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76003-A65C-BAF0-691D-791F0689E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Совместная работа (Синхронизация)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82D1E7-3391-EBD5-C371-BE1EE5950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>
            <a:normAutofit/>
          </a:bodyPr>
          <a:lstStyle/>
          <a:p>
            <a:r>
              <a:rPr lang="ru-RU" sz="2400" dirty="0"/>
              <a:t>Отрисовка чужих курсоров в реальном времени.</a:t>
            </a:r>
            <a:endParaRPr lang="en-US" sz="2400" dirty="0"/>
          </a:p>
          <a:p>
            <a:r>
              <a:rPr lang="ru-RU" sz="2400" dirty="0"/>
              <a:t>Глобальная история (</a:t>
            </a:r>
            <a:r>
              <a:rPr lang="ru-RU" sz="2400" dirty="0" err="1"/>
              <a:t>Undo</a:t>
            </a:r>
            <a:r>
              <a:rPr lang="ru-RU" sz="2400" dirty="0"/>
              <a:t>/</a:t>
            </a:r>
            <a:r>
              <a:rPr lang="ru-RU" sz="2400" dirty="0" err="1"/>
              <a:t>Redo</a:t>
            </a:r>
            <a:r>
              <a:rPr lang="ru-RU" sz="2400" dirty="0"/>
              <a:t>), общая для всей сессии.</a:t>
            </a:r>
            <a:endParaRPr lang="en-US" sz="2400" dirty="0"/>
          </a:p>
          <a:p>
            <a:r>
              <a:rPr lang="ru-RU" sz="2400" dirty="0"/>
              <a:t>Изолированные сессии (комнаты) с доступом по паролю.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16E4EBF-3C80-B4F0-BCAC-DC6442C9FF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897"/>
          <a:stretch>
            <a:fillRect/>
          </a:stretch>
        </p:blipFill>
        <p:spPr>
          <a:xfrm>
            <a:off x="7507109" y="3118617"/>
            <a:ext cx="4239416" cy="373938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E00BAB-F1CF-0743-D7B5-814A098BC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964" y="4226411"/>
            <a:ext cx="5980883" cy="263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6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74995-E18E-599D-D06F-D6C2E81E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CB77B-00DE-40AB-E8D1-251025B5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ru-RU" dirty="0"/>
              <a:t>Ассистент (</a:t>
            </a:r>
            <a:r>
              <a:rPr lang="en-US" dirty="0" err="1"/>
              <a:t>GigaChat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D59F54-FD6E-C69A-60A7-6DC9EEA80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>
            <a:normAutofit/>
          </a:bodyPr>
          <a:lstStyle/>
          <a:p>
            <a:r>
              <a:rPr lang="ru-RU" sz="2400" dirty="0"/>
              <a:t>Интеллектуальное Code Review: Поиск </a:t>
            </a:r>
            <a:r>
              <a:rPr lang="ru-RU" sz="2400" dirty="0" err="1"/>
              <a:t>антипаттернов</a:t>
            </a:r>
            <a:r>
              <a:rPr lang="ru-RU" sz="2400" dirty="0"/>
              <a:t> и уязвимостей.</a:t>
            </a:r>
            <a:endParaRPr lang="en-US" sz="2400" dirty="0"/>
          </a:p>
          <a:p>
            <a:r>
              <a:rPr lang="ru-RU" sz="2400" dirty="0"/>
              <a:t>Разрешение конфликтов: Автоматический анализ конфликтующих строк от разных юзеров и предложение оптимального слияния (</a:t>
            </a:r>
            <a:r>
              <a:rPr lang="ru-RU" sz="2400" dirty="0" err="1"/>
              <a:t>Merge</a:t>
            </a:r>
            <a:r>
              <a:rPr lang="ru-RU" sz="2400" dirty="0"/>
              <a:t>).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462543-6533-08D9-AEB6-94D997606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790636"/>
            <a:ext cx="5084456" cy="285812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FE5EE55-D74D-E1FE-3D7E-C689B8E2A6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321"/>
          <a:stretch>
            <a:fillRect/>
          </a:stretch>
        </p:blipFill>
        <p:spPr>
          <a:xfrm>
            <a:off x="7020950" y="3286605"/>
            <a:ext cx="4104250" cy="357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11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C0D10-B86D-B91E-C0A4-6D3B10AEA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Омниканальность</a:t>
            </a:r>
            <a:r>
              <a:rPr lang="ru-RU" dirty="0"/>
              <a:t> и Геймификация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9DA4E-A240-B137-6B49-2D42F835C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>
            <a:normAutofit/>
          </a:bodyPr>
          <a:lstStyle/>
          <a:p>
            <a:r>
              <a:rPr lang="ru-RU" sz="2400" dirty="0"/>
              <a:t>Двусторонняя интеграция с Telegram-ботом.</a:t>
            </a:r>
            <a:endParaRPr lang="en-US" sz="2400" dirty="0"/>
          </a:p>
          <a:p>
            <a:r>
              <a:rPr lang="ru-RU" sz="2400" dirty="0"/>
              <a:t>Геймификация: Автоматическая трансляция ачивок в ленту событий.</a:t>
            </a:r>
            <a:endParaRPr lang="en-US" sz="2400" dirty="0"/>
          </a:p>
          <a:p>
            <a:r>
              <a:rPr lang="ru-RU" sz="2400" dirty="0"/>
              <a:t>Command Center: Управление сервером (/</a:t>
            </a:r>
            <a:r>
              <a:rPr lang="ru-RU" sz="2400" dirty="0" err="1"/>
              <a:t>stats</a:t>
            </a:r>
            <a:r>
              <a:rPr lang="ru-RU" sz="2400" dirty="0"/>
              <a:t>, /</a:t>
            </a:r>
            <a:r>
              <a:rPr lang="ru-RU" sz="2400" dirty="0" err="1"/>
              <a:t>broadcast</a:t>
            </a:r>
            <a:r>
              <a:rPr lang="ru-RU" sz="2400" dirty="0"/>
              <a:t>) прямо из мессенджера админа.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EB42B6-5D40-5956-A757-DB059243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75" y="4812632"/>
            <a:ext cx="6834397" cy="19787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00A144D-F11D-45CB-6AA3-03588C8B5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051" y="4812632"/>
            <a:ext cx="3346660" cy="197877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E56443-346C-6E48-5A0A-2E5A228FB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799" y="3701185"/>
            <a:ext cx="7152801" cy="98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75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D4129-2F0A-44AC-A5F3-D51B21B2E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и 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CCAD45-C9D0-6B00-7A56-439E3BB46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638300"/>
            <a:ext cx="10655968" cy="3581400"/>
          </a:xfrm>
        </p:spPr>
        <p:txBody>
          <a:bodyPr>
            <a:normAutofit/>
          </a:bodyPr>
          <a:lstStyle/>
          <a:p>
            <a:r>
              <a:rPr lang="ru-RU" sz="2800" dirty="0"/>
              <a:t>MVP полностью готов и развернут через </a:t>
            </a:r>
            <a:r>
              <a:rPr lang="ru-RU" sz="2800" dirty="0" err="1"/>
              <a:t>ngrok</a:t>
            </a:r>
            <a:r>
              <a:rPr lang="ru-RU" sz="2800" dirty="0"/>
              <a:t>.</a:t>
            </a:r>
          </a:p>
          <a:p>
            <a:r>
              <a:rPr lang="ru-RU" sz="2800" dirty="0"/>
              <a:t>Все пункты ТЗ выполнены + внедрены дополнительные фичи.</a:t>
            </a:r>
          </a:p>
          <a:p>
            <a:r>
              <a:rPr lang="en-US" sz="2800" dirty="0"/>
              <a:t>https://t.me/+LBgQQ-XLmo1lNWEy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7C0FBC-E1B0-E7D1-905E-57B2C5D5C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404" y="3238626"/>
            <a:ext cx="2744933" cy="361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34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D9BFA9-FFCB-026E-B86E-1925EFA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7AAAEFD-F8C7-3419-EA36-983AB791D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2880" y="829828"/>
            <a:ext cx="5427913" cy="497274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6D3335-75AF-5EC5-DD88-164146F3D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37" y="829829"/>
            <a:ext cx="5372850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63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21907-74DE-E88F-65AE-EA924E9E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DE307D-9E31-7AED-8336-6EF6484B7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126C0C-1DD0-19D7-CBCC-C0C9D362A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86" y="1740131"/>
            <a:ext cx="10686197" cy="361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5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99B9C-0D1F-FEF8-9A53-51109637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C07198-553C-5363-880D-C8F84946C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4DD67B-8C9E-65ED-C9CC-83A78CBA1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39" y="510627"/>
            <a:ext cx="10972800" cy="332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40647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{197DDADA-A4F7-4FD8-89D2-3D4AAC983E85}TFc3084226-2d0c-440f-9f46-6b48c7a7f6704bbe0077-9f3b6c2d6720</Template>
  <TotalTime>26</TotalTime>
  <Words>234</Words>
  <Application>Microsoft Office PowerPoint</Application>
  <PresentationFormat>Широкоэкранный</PresentationFormat>
  <Paragraphs>26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Franklin Gothic Book</vt:lpstr>
      <vt:lpstr>Уголки</vt:lpstr>
      <vt:lpstr>OnliSharpTeam IDE   AI Collaborative Editor</vt:lpstr>
      <vt:lpstr>Проблема: Разработчикам нужно легковесное решение для совместного написания кода с умным разрешением конфликтов</vt:lpstr>
      <vt:lpstr>Стек разработки</vt:lpstr>
      <vt:lpstr>Совместная работа (Синхронизация)</vt:lpstr>
      <vt:lpstr>AI-Ассистент (GigaChat)</vt:lpstr>
      <vt:lpstr>Омниканальность и Геймификация</vt:lpstr>
      <vt:lpstr>Демонстрация и Итоги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Little Sangwoo</dc:creator>
  <cp:lastModifiedBy>Little Sangwoo</cp:lastModifiedBy>
  <cp:revision>3</cp:revision>
  <dcterms:created xsi:type="dcterms:W3CDTF">2026-04-02T09:23:23Z</dcterms:created>
  <dcterms:modified xsi:type="dcterms:W3CDTF">2026-04-02T10:52:48Z</dcterms:modified>
</cp:coreProperties>
</file>